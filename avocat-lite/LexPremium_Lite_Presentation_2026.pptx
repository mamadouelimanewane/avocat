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9144000" y="0"/>
            <a:ext cx="3047695" cy="3047695"/>
          </a:xfrm>
          <a:prstGeom prst="rtTriangle">
            <a:avLst/>
          </a:prstGeom>
          <a:solidFill>
            <a:srgbClr val="B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7200">
                <a:solidFill>
                  <a:srgbClr val="FFFFFF"/>
                </a:solidFill>
                <a:latin typeface="Arial"/>
              </a:defRPr>
            </a:pPr>
            <a:r>
              <a:t>LEXPREMIUM 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48C2D"/>
                </a:solidFill>
                <a:latin typeface="Arial"/>
              </a:defRPr>
            </a:pPr>
            <a:r>
              <a:t>L'EXCELLENCE EN TOUTE AUTONOMIE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ÉDITION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VISION : LE CABINET NUMÉRIQUE DUO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F172A"/>
                </a:solidFill>
                <a:latin typeface="Arial"/>
              </a:defRPr>
            </a:pPr>
            <a:r>
              <a:t>LexPremium Lite est l'édition haute performance conçue pour l'avocat moderne. Un véritable pilote automatique pour votre cabinet.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Centralisez l'intelligence de votre cabinet.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Automatisez la rigueur administrative.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Libérez votre temps pour la stratégie juridique.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Idéal pour l'avocat solo ou accompagné d'un assistant.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1. LE TABLEAU DE BORD INTELLIGENTS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F172A"/>
                </a:solidFill>
                <a:latin typeface="Arial"/>
              </a:defRPr>
            </a:pPr>
            <a:r>
              <a:t>Un centre de commandement dynamique, pas une simple vue statique.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Focus Actions Requises : Détection des priorités immédiates.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Alertes Forclusions : Surveillance 24/7 des délais de procédure.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KPIs en Temps Réel : Suivi du C.A. et des rentrées de fonds.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2. RÉDACTION ASSISTÉE PAR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F172A"/>
                </a:solidFill>
                <a:latin typeface="Arial"/>
              </a:defRPr>
            </a:pPr>
            <a:r>
              <a:t>Produisez des actes d'une qualité irréprochable en un temps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Templates Stratégiques : Assignations et conclusions pré-configurées (OHADA).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Génération Automatique : LexAI rédige le corps des actes selon vos faits.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Export Haute Définition : Documents DOCX prêts à signer.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3. LEXAI : EXPERTISE AUGMENTÉE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F172A"/>
                </a:solidFill>
                <a:latin typeface="Arial"/>
              </a:defRPr>
            </a:pPr>
            <a:r>
              <a:t>Une bibliothèque de connaissances juridiques sans précédent.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Jurisprudence Ciblée : Droit sénégalais et Actes Uniformes OHADA.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Analyse de Dossiers : Résumés et extraction de points de droit.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Veille Transversale : Information juridique toujours à jour.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4. GESTION DOSSIERS &amp;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F172A"/>
                </a:solidFill>
                <a:latin typeface="Arial"/>
              </a:defRPr>
            </a:pPr>
            <a:r>
              <a:t>Une organisation structurée pour une sérénité totale.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Fiches Clients 360° : Historique et coordonnées instantanés.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Suivi de Dossiers : Zéro papier, archivage numérique complet.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Mobilité Totale : Tout votre cabinet accessible sur smartphone.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5. FACTURATION &amp; DÉBOURS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F172A"/>
                </a:solidFill>
                <a:latin typeface="Arial"/>
              </a:defRPr>
            </a:pPr>
            <a:r>
              <a:t>La rentabilité est le socle de votre indépendance.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Mémoires d'honoraires : Génération en 3 clics.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Gestion des Débours : Suivi rigoureux des frais engagés.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Relances Automatisées : Gestion des impayés par Email/WhatsApp.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B48C2D"/>
                </a:solidFill>
                <a:latin typeface="Arial"/>
              </a:defRPr>
            </a:pPr>
            <a:r>
              <a:t>"LexPremium : L'excellence technologique au service de votre expertise juridique."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