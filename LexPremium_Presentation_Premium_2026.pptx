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BBF24"/>
                </a:solidFill>
              </a:defRPr>
            </a:pPr>
            <a:r>
              <a:t>LEXPREMIUM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L'Art de la Justice Augmentée</a:t>
            </a:r>
          </a:p>
          <a:p>
            <a:r>
              <a:t>Écosystème d'IA &amp; Haute Gestion pour Cabinets d'Exception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L'Avocat n'est plus seul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40% de votre temps est aujourd'hui dévoré par l'administratif.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LexPremium : Votre Collaborateur Numérique d'Élite disponible 24h/24.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Automatisation intelligente du répétitif pour redonner du temps au conseil.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Expertise intégrée en Droit OHADA et gestion de cabinet moderne.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Libérer votre génie juridique des tâches répétitives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Votre Tour de Contrôle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Vision 360° : Dossiers, clients et alertes sur un écran épuré.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Priorisation IA : L'IA identifie les dossiers demandant une attention immédiate.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Indicateurs Financiers : Suivi du CA et des impayés en temps réel.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Synchronisation Live entre associés, collaborateurs et mobilité.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Pilotez avec une lucidité totale et immédiate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LexAI : Intelligence au Cœur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Chat Juridique Contextuel : Interrogez l'IA sur un dossier spécifique.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Recherche Sémantique : Fouille instantanée dans les codes et jurisprudences.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Citations de Sources : Citations précises des articles de loi et arrêts.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Synthèse IA : Allez à l'essentiel en résumant des centaines de pages.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Votre expert infatigable en Droit OHADA et Local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Le Scanner Adverse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Lecture Rapide : Analyse de 100 pages en moins de 60 secondes.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Arguments Clés : Extraction automatique des points forts de l'adversaire.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Contre-Stratégie : Suggestion immédiate de jurisprudences contradictoires.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Détection d'Incohérences : L'IA identifie les failles factuelles.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Transformez les conclusions adverses en opportunités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GED Élite : Armoire Intelligente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OCR Haute Résolution : Conversion des documents scannés en texte éditables.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Versioning Professionnel : Historique complet de chaque modification d'acte.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Signature Numérique : Signature légale intégrée au flux de travail.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Recherche plein texte dans tout le fonds documentaire du cabinet.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Zéro Papier, Zéro Oubli, Sécurité Maximale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Génération Procédurale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Pipeline Automatique : Création dynamique selon la nature du litige.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Tracé Chronologique : De l'assignation à l'exécution forcée.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Respect des Délais : Injection automatique des délais légaux OHADA.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Alerte Forclusion : Notifications push pour ne jamais rater une date.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L'IA Architecte de vos Procédures et Délais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La Bible des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Référentiel Central : Tous vos modèles de contrats et d'actes sécurisés.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Génération Dynamique : Remplissage auto des données clients et dossiers.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Gain de Temps de 75% sur la rédaction d'actes standards.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Zéro Erreur : Suppression des risques de copier-coller malencontreux.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Standardiser l'Excellence et Accélérer la Rédaction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Agenda Intelligent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Vue par Juridiction : Optimisation de vos déplacements au Palais.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Calculateur de Délais : Calcul instantané des dates limites de procédure.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Synchronisation Globale : Accès sur smartphone et tablettes partout.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Rappels Critiques par SMS et Email pour toute l'équipe.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Maîtriser le temps et anticiper les audiences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Chronomètre de Diligence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Le Réflexe Vital : Capture instantanée du temps passé par dossier.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Traçabilité Totale : 'Rédaction d'acte', 'Audience', 'Conseil téléphonique'.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Facturation Automatique : Transformation directe du temps en honoraires.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Zéro Perte : Aucune diligence oubliée, aucune heure non valorisée.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Valoriser chaque minute de votre expertise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Comptabilité &amp; OHADA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Comptabilité Double Intégrée : Fin de la double saisie avec la gestion.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Conformité SYSCOHADA : Plan comptable et journaux réglementaires.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Gestion des CARPA : Traçabilité totale des fonds tiers (Déontologie).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Écritures Automatiques pour chaque facture et paiement émis.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Rigueur financière et conformité absolue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Pilotage Stratégique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Bilan &amp; Compte de Résultat en temps réel, sans attendre le comptable.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Interrogation de Comptes : Grand Livre et Balance accessibles en 2 clics.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Rentabilité Associés : Analyse par collaborateur et domaine de droit.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Suivi de Trésorerie : Anticipation des besoins et des encaissements.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Vision claire de la performance de votre cabinet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Facturation &amp; Recouvrement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Design de Prestige : Factures professionnelles reflétant votre image.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Relances Automatiques : Identification directe des retards de paiement.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Module Provision : Gestion simplifiée des acomptes et provisions.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Historique de Paiement : Vue consolidée par client et par dossier.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Optimisez votre trésorerie avec élégance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Portail Client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Extranet Sécurisé : Vos clients accèdent à leur espace 24h/24.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Suivi de Dossier : Visualisation de l'avancement en temps réel.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Coffre-Fort Partagé : Dépôt sécurisé des pièces par le client.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Confiance Renforcée par une communication structurée et sécurisée.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L'Espace Premium au service de la transparence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Dictée Vocale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Transcription Haute Fidélité : Reconnaissance du jargon juridique.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Sortie d'Audience : Enregistrez vos notes, LexAI les classe et résume.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Structure IA : Transformation de notes vocales en brouillons structurés.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Mobilité Totale : Ne perdez plus aucune information de plaidoirie.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Votre parole devient instantanément un acte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Le 'War Room'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Chronomètre de Plaidoirie : Gestion du temps de parole à la barre.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Accès Offline : Vos pièces sont disponibles même sans internet au Palais.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Swipe de Documents : Accès ultra-rapide aux pièces clés pendant le débat.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Modernité Affichée : Un cabinet à la pointe face à la juridiction.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Maîtrisez l'audience avec vos outils mobiles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Sécurité Maximale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Hébergement Sécurisé : Chiffrement des données et des transferts.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Signature Numérique : Authentification forte des actes et décisions.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Monitoring IA : Traçabilité de chaque accès aux dossiers confidentiels.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Confidentialité Garantie : Votre fonds de commerce est sanctuarisé.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Haut niveau de protection pour vos données sensibles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F172A"/>
                </a:solidFill>
              </a:defRPr>
            </a:pPr>
            <a:r>
              <a:t>Accompagnement d'Élite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Méthode Magistrale : Formation progressive du staff aux associés.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Migration de Données : Assistance pour l'import de vos anciens fonds.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Support Dédié : Une équipe d'experts à votre écoute au quotidien.</a:t>
            </a:r>
          </a:p>
          <a:p/>
          <a:p>
            <a:pPr>
              <a:defRPr sz="1800">
                <a:solidFill>
                  <a:srgbClr val="1E293B"/>
                </a:solidFill>
              </a:defRPr>
            </a:pPr>
            <a:r>
              <a:t>• Évolution Continue : Nouvelles fonctionnalités IA chaque mois.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F46E5"/>
                </a:solidFill>
              </a:defRPr>
            </a:pPr>
            <a:r>
              <a:t>Formation et déploiement en moins de 48 heures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FBBF24"/>
                </a:solidFill>
              </a:defRPr>
            </a:pPr>
            <a:r>
              <a:t>Choisissez l'Avenir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LexPremium</a:t>
            </a:r>
          </a:p>
          <a:p>
            <a:r>
              <a:t>Le Standard de l'Excellence pour l'Avocat de Demain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