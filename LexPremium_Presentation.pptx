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DAA520"/>
                </a:solidFill>
              </a:defRPr>
            </a:pPr>
            <a:r>
              <a:t>LEXPREMIUM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L'Excellence Opérationnelle Augmentée</a:t>
            </a:r>
          </a:p>
          <a:p>
            <a:r>
              <a:t>Design Signature : Or, Noir &amp; Rouge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L'Écosystème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Gestion Juridique &amp; IA : Dossiers, LexAI, Scan Adverse.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Documentation &amp; Bible : Modèles d'élite, Aide à la rédaction.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Finance &amp; Compta : Standard SYSCOHADA, CARPA, Facturation.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Ressources Humaines : Talents, Rentabilité, Portail Staff.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GED Élite : OCR, Archivage chiffré, Versioning.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Une Vision à 360° du Cabinet Moderne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TITRE I : GED ÉLITE &amp; ARCHIVAGE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GED Élite : Maîtrise Documentaire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Indexation Sémantique : Retrouvez n'importe quelle clause ou pièce par concept.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OCR Haute-Résolution : Transformation immédiate des scans en textes vivants.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Coffre-Fort Numérique : Archivage chiffré (AES-256) des documents sensibles.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Zéro Papier : Libérez l'espace physique, saturez l'espace numérique sécurisé.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Centralisation, Intelligence et Pérennité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Versioning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Traçabilité Dynamique : Suivez chaque modification d'acte (v1, v2, Final).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Comparateur IA : Identifiez visuellement les changements entre deux versions.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Circuit de Validation : Signature numérique intégrée au flux GED.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Accès Multi-Supports : Vos pièces au cabinet, au tribunal ou à la maison.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L'Historique est votre Meilleur Témoin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TITRE II : BIBLE JURIDIQUE &amp; RÉDACTION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La Bible des Modèles d'Élite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Base de Connaissances Unifiée : Centralisez les contrats-types et mémoires.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Catégorisation par Spécialité : Droit Civil, Commercial (OHADA), Pénal, Social.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Modèles Dynamiques : Insertion automatique des données clients et dossiers.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Capitalisation du Savoir : Chaque bon acte devient un modèle pour le futur.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Standardisez l'Excellence du Cabinet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Aide à la Rédaction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Générateur d'Actes : 75% du travail de structure fait par l'IA en 3 clics.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Bibliothèque de Clauses : Insérez des clauses sécurisées et testées légalement.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Auto-Correction Juridique : Détection des incohérences et des oublis légaux.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Adaptation Contextuelle : L'IA ajuste les termes selon la juridiction visée.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Rédigez à la Vitesse de la Pensée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TITRE III : GESTION RH &amp; COMPTABILITÉ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Gestion RH : Le Pilotage des Talents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Suivi des Collaborateurs : Parcours, expertises et gestion de la charge.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Time-Tracking Prédictif : Analyse de la rentabilité par dossier et par avocat.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Portail Staff : Congés, notes de frais et ressources RH centralisées.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KPI Performance : Visualisez la croissance de votre équipe en temps réel.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Optimisez votre Ressource la plus Précieuse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Comptabilité Avancée SYSCOHADA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Écritures Automatiques : Générées dès la validation des factures.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Conformité OHADA : Grand Livre, Balance et Journaux complets.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Gestion CARPA : Traçabilité totale des fonds tiers (Déontologie).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Bilan &amp; Compte de Résultat : Vision financière instantanée pour les associés.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La précision financière au service du Droit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5000">
                <a:solidFill>
                  <a:srgbClr val="B8860B"/>
                </a:solidFill>
              </a:defRPr>
            </a:pPr>
            <a:r>
              <a:t>TITRE IV : L'IA COMME AVANTAGE STRATÉGIQUE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73152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DAA520"/>
                </a:solidFill>
              </a:defRPr>
            </a:pPr>
            <a:r>
              <a:t>LexAI &amp; Scanner Adverse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Analyse Éclair : 100 pages de conclusions scrutées en 60 secondes.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Red Teaming : L'IA trouve les failles de votre propre défense.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Jurisprudence de Riposte : Suggestions immédiates de contre-arguments.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◈ Chat Juridique : Interrogez l'intelligence accumulée de vos dossiers.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82880" cy="6126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Désarmez l'opposition instantanément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DAA520"/>
                </a:solidFill>
              </a:defRPr>
            </a:pPr>
            <a:r>
              <a:t>DOMINEZ VOTRE AVENIR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LexPremium 2026</a:t>
            </a:r>
          </a:p>
          <a:p>
            <a:r>
              <a:t>Démo : avocat-tito.vercel.app</a:t>
            </a:r>
          </a:p>
          <a:p>
            <a:r>
              <a:t>Contact : contact@lexpremium.sn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