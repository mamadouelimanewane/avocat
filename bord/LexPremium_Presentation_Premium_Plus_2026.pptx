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FFFFF"/>
                </a:solidFill>
              </a:defRPr>
            </a:pPr>
            <a:r>
              <a:t>LEXPREMIUM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L'Excellence Opérationnelle Augmentée</a:t>
            </a:r>
          </a:p>
          <a:p>
            <a:r>
              <a:t>ERP Juridique, IA de Pointe &amp; Gestion Intégrale (RH, Compta, GED)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L'Écosystème Complet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Gestion Juridique : Dossiers, Audiences, Délais.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Intelligence Artificielle : LexAI, Scan Adverse, Stratégie.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Finance &amp; Compta : SYSCOHADA, Facturation, CARPA.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Gestion RH &amp; Staff : Talents, Congés, Rentabilité.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GED Élite : Archivage intelligent, OCR, Signature.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Une Solution Unique pour Tout le Cabinet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Gestion RH : Le Capital Humain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Suivi des Talents : Fiches collaborateurs détaillées et parcours.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Gestion des Temps (Time-Tracking) : Analyse de la charge.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Portail Collaborateur : Congés, notes de frais centralisés.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Indicateurs de Performance : Suivi des objectifs et taux d'occupation.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Optimisez votre Ressource la plus Précieuse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B981"/>
                </a:solidFill>
              </a:defRPr>
            </a:pPr>
            <a:r>
              <a:t>Comptabilité Avancée OHADA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Intégration Totale : Écritures comptables automatiques.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États de Synthèse : Bilan et Compte de Résultat en un clic.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Multi-Banques : Rapprochement bancaire de tous vos comptes.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Transparence Totale : Historique inaltérable des journaux.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La Rigueur Financière au Standard SYSCOHADA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GED Élite : Mémoire Collective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Indexation Intelligente : Recherche plein texte dans tout le cabinet.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OCR Multi-Langues : Conversion des scans en données éditables.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Coffre-fort Sécurisé : Archivage chiffré des pièces sensibles.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Versioning Dynamique : Historique complet de chaque acte.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Le Zéro Papier au Service de l'Efficacité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8B5CF6"/>
                </a:solidFill>
              </a:defRPr>
            </a:pPr>
            <a:r>
              <a:t>LexAI : Associé de Génie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Analyse de Risques : Détection automatique des clauses critiques.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Red Teaming Stratégique : Simulation de défense adverse.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Chat Juridique : Posez vos questions au fonds documentaire.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Synthèse IA : Résumé instantané des dossiers volumineux.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L'Intelligence Artificielle qui lit entre les lignes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43F5E"/>
                </a:solidFill>
              </a:defRPr>
            </a:pPr>
            <a:r>
              <a:t>Scanner Adverse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Analyse de 100 pages en moins d'une minute.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Identification des contradictions factuelles adverses.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Recommandation immédiate de jurisprudences contradictoires.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Extraction des arguments clés pour la plaidoirie.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Désarmez l'opposition en 60 secondes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EA5E9"/>
                </a:solidFill>
              </a:defRPr>
            </a:pPr>
            <a:r>
              <a:t>Bible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Référentiel Central : Tous vos modèles d'actes sécurisés.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Génération Dynamique : Liaison automatique des données clients.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Gain de Temps : -75% sur la création d'actes standards.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Zéro Erreur : Suppression des risques de copier-coller.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Standardisez l'Excellence Rédactionnelle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B981"/>
                </a:solidFill>
              </a:defRPr>
            </a:pPr>
            <a:r>
              <a:t>Pilotage Financier &amp; CARPA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Gestion des Fonds Tiers : Séparation stricte et sécurisée.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Traçabilité Totale : Suivi des provisions et des débours.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Rapports Associés : Pilotage de la trésorerie prévisionnelle.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Conformité Barreau : Rapports CARPA prêts pour l'export.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La Déontologie au cœur de la Technologie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0B981"/>
                </a:solidFill>
              </a:defRPr>
            </a:pPr>
            <a:r>
              <a:t>Facturation &amp; Recouvrement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Chronomètre de Diligence : Capture auto du temps facturable.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Design Premium : Factures de prestige à l'image du cabinet.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Smart Recovery : Relances automatiques et suivi des encaissements.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Paiement en Ligne via le Portail Client dédié.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Valorisez votre Expertise, Sécurisez vos Revenus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Agenda &amp; Calculateur de Délais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Calcul Automatique de Dates : Appel, Cassation, Enrôlement.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Alerte Push Prioritaire : Notifications sur mobile et email.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Vue Cabinet : Synchronisation de toute l'équipe sur un seul plan.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Liaison Dossier : Accès direct aux pièces depuis l'agenda.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La fin du stress procédural et des forclusions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Le War Room : Mobilité Palais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Accès Offline : Vos pièces disponibles même sans internet.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Chronomètre de Plaidoirie : Maîtrise du temps de parole.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Notes de Sortie : Transcription vocale IA immédiate.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Modernité Affichée face aux juridictions et confrères.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Le Palais de Justice dans votre poche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Portail Client Extra-Premium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Transparence Totale : Le client suit son dossier en temps réel.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Coffre-fort Dépôt : Le client télécharge ses pièces en sécurité.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Messagerie Dédiée : Fin des emails perdus ou non lus.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Fidélisation Renforcée par un service haut de gamme.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L'Expérience Client Totalement Redéfinie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Sécurité de Classe Bancaire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Chiffrement AES-256 : Vos données sont illisibles pour les tiers.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MFA (Multi-Facteur) : Sécurisation des accès collaborateurs.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Audit Trail (Logs) : Historique de qui a fait quoi et quand.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Hébergement Souverain conforme aux lois de protection.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Le Secret Professionnel est Sanctuarisé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Pilotage par la Donnée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Rentabilité Collaborative : Performance par avocat et staff.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Analyse de Domaines : Identifiez vos secteurs les plus porteurs.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Croissance Cabinet : Graphiques d'évolution du CA et dossiers.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Objectifs Annuels : Suivi de progression en temps réel.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Prenez des décisions basées sur la réalité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4F46E5"/>
                </a:solidFill>
              </a:defRPr>
            </a:pPr>
            <a:r>
              <a:t>Accompagnement Magistral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Déploiement Éclair : Opérationnel en moins de 48 heures.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Migration de Données : Récupération de votre historique.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Formation de Niveau Magistral pour toute l'équipe.</a:t>
            </a:r>
          </a:p>
          <a:p/>
          <a:p>
            <a:pPr>
              <a:defRPr sz="1800">
                <a:solidFill>
                  <a:srgbClr val="0F172A"/>
                </a:solidFill>
              </a:defRPr>
            </a:pPr>
            <a:r>
              <a:t>► Support Dédié via experts métiers et technologiques.</a:t>
            </a:r>
          </a:p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F172A"/>
                </a:solidFill>
              </a:defRPr>
            </a:pPr>
            <a:r>
              <a:t>Un partenaire d'élite pour votre transformation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FFFFF"/>
                </a:solidFill>
              </a:defRPr>
            </a:pPr>
            <a:r>
              <a:t>Passez à l'Excellence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LexPremium 2026</a:t>
            </a:r>
          </a:p>
          <a:p>
            <a:r>
              <a:t>Démo : avocat-tito.vercel.app</a:t>
            </a:r>
          </a:p>
          <a:p>
            <a:r>
              <a:t>Contact : contact@lexpremium.sn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