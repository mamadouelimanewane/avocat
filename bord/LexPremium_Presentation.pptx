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C5A143"/>
                </a:solidFill>
              </a:defRPr>
            </a:pPr>
            <a:r>
              <a:t>LEXPREMIUM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L'EXCELLENCE OPÉRATIONNELLE AUGMENTÉE</a:t>
            </a:r>
          </a:p>
          <a:p>
            <a:r>
              <a:t>Tableau de Bord Exécutif | Recouvrement IA | Succession 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5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ACCUEIL &amp; 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Le Centre de Commandement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Intelligence Artificielle Intégrée : Analyse de pièces, rédaction, prédictions.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Gestion Financière de Pointe : Pilotage par la donnée (Data-Driven).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Expertise Juridique Automatisée : Moteurs de calcul successoral conformes.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Expérience Client Ultra-Premium : Transparence totale via le portail VIP.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Souveraineté &amp; Sécurité : Cloud souverain et chiffrement AES-256.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Une Vision à 360° du Cabinet en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I. TABLEAU DE BORD EXÉCUTIF (V2.0)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Pilotage Stratégique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KPI Temps Réel : Chiffre d'Affaires réalisé vs Objectifs fixés.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Marge Nette de Dossier : Rentabilité réelle calculée sur le coût collaborateur.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Trésorerie Oracle : Prévisions d'encaissements à 30, 60 et 90 jours par IA.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Scoring de Risque Global : Identification proactive des faiblesses du cabinet.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Alertes Intelligentes : Notifications sur les créances critiques et retards.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Le Cockpit Décisionnel des Associés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II. SMART RECOVERY ENGINE™ (V2.0)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Transformer les Créances en Cash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Scoring Client IA (0-100) : Analyse comportementale du payeur.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Relances Multi-Canaux : Séquences automatisées via WhatsApp Business &amp; Email.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Mise en Demeure Instantanée : Génération du document juridique en 1 clic.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Priorisation Tactique : L'IA vous indique qui relancer et quand pour maximiser le cash.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Traçabilité Totale : Historique des reliances directement lié au dossier.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Réduisez vos Impayés de 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III. SUCCESSION PRO™ (V2.0)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L'Expertise Liquidation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Moteur 10 Méthodes : Liquidation de régime, réserve, usufruit, libéralités.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Conformité Code de la Famille : Algorithmes validés juridiquement.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Calcul Fiscal Automatique : Droits de succession calculés selon le barème CGI.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Arbre des Héritiers Intelligent : Gestion des ordres et des représentations.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Export Acte de Partage : Rapport professionnel prêt pour signature.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De 3 jours à 9 minutes par Dossier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IV. INTELLIGENCE ARTIFICIELLE &amp; GED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LexAI &amp; OCR Neural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OCR Neural Haute Précision : Extraction full-text des factures et pièces.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Analyse de Conclusions Adverses : Détection de failles et contradictions.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JusticePredictor™ : Simulation des chances de succès basée sur la data.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Contract Analyzer : Vérification de conformité OHADA systématique.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Cache Sémantique : Réponses IA instantanées et réduction des coûts de 80%.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Votre Associé de Génie 24h/24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V. EXPÉRIENCE CLIENT &amp; MOBILITÉ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Relation Client VIP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Procedure Tracker : Suivi d'avancement Amazon-style pour le mandant.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WhatsApp Bridge sécurisé : Échanges confidentiels historisés au dossier.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War Room Tablette : Accès offline complet pour les plaidoiries au Palais.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Snap-to-SYSCOHADA : Numérisation des frais et auto-imputation comptable.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Portail Client 5* : Dépôt sécurisé, paiements en ligne, suivi financier.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Le Luxe au Service de la Transparence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400">
                <a:solidFill>
                  <a:srgbClr val="C5A143"/>
                </a:solidFill>
              </a:defRPr>
            </a:pPr>
            <a:r>
              <a:t>VI. SÉCURITÉ &amp; CONFORMITÉ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4572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E6BE64"/>
                </a:solidFill>
              </a:defRPr>
            </a:pPr>
            <a:r>
              <a:t>Le Socle de Confiance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Centif Guard™ : Monitoring anti-blanchiment pour les fonds CARPA.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Audit Trail Inaltérable : Traçabilité historique de chaque accès.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Chiffrement AES-256 : Protection de grade militaire pour vos données.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Hébergement Souverain : Données résidant sur des infrastructures sécurisées.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❯ MFA (Authentification Multifacteur) : Protection contre l'usurpation d'identité.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943600"/>
          </a:xfrm>
          <a:prstGeom prst="rect">
            <a:avLst/>
          </a:prstGeom>
          <a:solidFill>
            <a:srgbClr val="B4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La Déontologie au Coeur de la Tech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C5A143"/>
                </a:solidFill>
              </a:defRPr>
            </a:pPr>
            <a:r>
              <a:t>REJOIGNEZ L'ELITE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LexPremium 2.0</a:t>
            </a:r>
          </a:p>
          <a:p>
            <a:r>
              <a:t>Le Futur de la Profession est Déjà Là.</a:t>
            </a:r>
          </a:p>
          <a:p>
            <a:r>
              <a:t>Contact : www.lexpremium.sn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5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