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C5A143"/>
                </a:solidFill>
              </a:defRPr>
            </a:pPr>
            <a:r>
              <a:t>LEXPREMIUM 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L'Intelligence Visuelle au Service du Droit Sénégalais</a:t>
            </a:r>
          </a:p>
          <a:p>
            <a:r>
              <a:t>Innovation, Performance &amp; Représentation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5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E6BE64"/>
                </a:solidFill>
              </a:defRPr>
            </a:pPr>
            <a:r>
              <a:t>Tableau de Bord Exécutif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Pilotage financier 360° en temps réel.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Analyse comparative CA vs Objectifs.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Prévisions de trésorerie par IA Oracle.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Interface Glassmorphism de prestige.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Décisions stratégiques basées sur l'analyse de données.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ecutive_dashboard_2026_premium_1767649518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E6BE64"/>
                </a:solidFill>
              </a:defRPr>
            </a:pPr>
            <a:r>
              <a:t>Recouvrement Intelligent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Scoring de risque client contextuel (Sénégal).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Interface de relance automatisée multi-canal.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Actions directes : WhatsApp Business &amp; Email.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Réduction drastique des créances impayées.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Monitoring du comportement de paiement en temps réel.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mart_recovery_ia_fr_senegal_1767652719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E6BE64"/>
                </a:solidFill>
              </a:defRPr>
            </a:pPr>
            <a:r>
              <a:t>Succession Pro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Moteur de calcul expert (10 méthodes juridiques).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Conformité totale au Code de la Famille sénégalais.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Gestion complexe de la réserve et de l'usufruit.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Génération instantanée de l'acte de partage.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Précision notariale et sécurité juridique garantie.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ccession_pro_fr_senegal_1767652743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E6BE64"/>
                </a:solidFill>
              </a:defRPr>
            </a:pPr>
            <a:r>
              <a:t>L'Expérience 'Salle de Commande' (War Room)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Le palais de justice dans votre poche.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Interface tablette ultra-réactive pour les plaidoiries.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Accès hors-ligne complet pour les tribunaux régionaux.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Dictée vocale et analyse live des pièces adverses.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Standard de prestige international adapté au marché local.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xpremium_war_room_tablet_17676495615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