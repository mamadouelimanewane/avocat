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C5A143"/>
                </a:solidFill>
              </a:defRPr>
            </a:pPr>
            <a:r>
              <a:t>LEXPREMIUM 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L'Intelligence Visuelle au Service du Droit</a:t>
            </a:r>
          </a:p>
          <a:p>
            <a:r>
              <a:t>Guide de Démonstration Magistrale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5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E6BE64"/>
                </a:solidFill>
              </a:defRPr>
            </a:pPr>
            <a:r>
              <a:t>Executive Dashboard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Pilotage financier 360°.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Analyse Revenue vs Objectifs.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Prévisions IA glowing analytics.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Interface Glassmorphism Moderne.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Décisions stratégiques basées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ecutive_dashboard_2026_premium_1767649518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E6BE64"/>
                </a:solidFill>
              </a:defRPr>
            </a:pPr>
            <a:r>
              <a:t>Smart Recovery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Scoring de risque IA (0-100).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Interface de relance automatisée.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Boutons d'action WhatsApp &amp; Email.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Réduction drastique des impayés.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Monitoring comportement payeur.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mart_recovery_ia_2_0_ui_1767649585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E6BE64"/>
                </a:solidFill>
              </a:defRPr>
            </a:pPr>
            <a:r>
              <a:t>Succession Pro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Calculateur expert 10 méthodes.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Visualisation arbre généalogique.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Partage complexe réserve/usufruit.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Génération acte de partage Gold.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Précision notariale garantie.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ccession_pro_expert_tool_1767649544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E6BE64"/>
                </a:solidFill>
              </a:defRPr>
            </a:pPr>
            <a:r>
              <a:t>L'Expérience War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114800" cy="0"/>
          </a:xfrm>
        </p:spPr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Le palais de justice dans la poche.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Interface tablette ultra-réactive.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Mode offline pour les plaidoiries.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Dictée vocale et analyse live.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❯ Standard de prestige international.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xpremium_war_room_tablet_17676495615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