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DAA520"/>
                </a:solidFill>
              </a:defRPr>
            </a:pPr>
            <a:r>
              <a:t>LEXPREMIUM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ERP Juridique d'Élite &amp; Intelligence Artificielle</a:t>
            </a:r>
          </a:p>
          <a:p>
            <a:r>
              <a:t>Influence du Site Web : Or, Noir &amp; Rouge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CHAPITRE I : GED ÉLITE &amp; ARCHIVAGE SÉCURISÉ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GED Élite : Maîtrise Documentaire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Indexation Sémantique : Retrouvez n'importe quelle clause ou pièce par concept.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OCR Haute-Résolution : Transformation immédiate des scans en textes vivants.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Coffre-Fort Numérique : Archivage chiffré (AES-256) des documents sensibles.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Zéro Papier : Libérez l'espace physique, saturez l'espace numérique sécurisé.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Centralisation, Intelligence et Pérennité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Versioning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Traçabilité Dynamique : Suivez chaque modification d'acte (v1, v2, Final).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Comparateur IA : Identifiez visuellement les changements entre deux versions.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Circuit de Validation : Signature numérique intégrée au flux GED.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Accès Multi-Supports : Vos pièces au cabinet, au tribunal ou à la maison.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L'Historique est votre Meilleur Témoin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CHAPITRE II : BIBLE JURIDIQUE &amp; MODÈLES D'ACTES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La Bible Juridique Centrale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Base de Connaissances Unifiée : Centralisez les contrats-types et mémoires d'élite.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Catégorisation par Spécialité : Droit Civil, Commercial (OHADA), Pénal, Social.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Modèles Dynamiques : Insertion automatique des données clients et dossiers.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Capitalisation du Savoir : Chaque bon acte devient un modèle pour le futur.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Standardisez l'Excellence du Cabinet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Aide à la Rédaction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Générateur d'Actes : 75% du travail de structure fait par l'IA en 3 clics.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Bibliothèque de Clauses : Insérez des clauses sécurisées et testées légalement.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Auto-Correction Juridique : Détection des incohérences et des oublis légaux.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Adaptation Contextuelle : L'IA ajuste les termes selon la juridiction visée.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Rédigez à la Vitesse de la Pensée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MODULES COMPTABILITÉ &amp; RH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Comptabilité OHADA &amp; RH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Comptabilité Double : Écritures automatiques conformes SYSCOHADA.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Gestion CARPA : Traçabilité totale des fonds tiers déposés.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Portail RH : Suivi des performances, congés et rentabilité par avocat.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◈ Tableau de Bord Associé : Vue financière stratégique du cabinet.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Rigueur Financière et Gestion des Talents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DAA520"/>
                </a:solidFill>
              </a:defRPr>
            </a:pPr>
            <a:r>
              <a:t>DOMINEZ VOTRE AVENIR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LexPremium - L'Art de la Justice</a:t>
            </a:r>
          </a:p>
          <a:p>
            <a:r>
              <a:t>Design Signature : Or, Noir &amp; Rouge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