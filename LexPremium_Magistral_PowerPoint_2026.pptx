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DAA520"/>
                </a:solidFill>
              </a:defRPr>
            </a:pPr>
            <a:r>
              <a:t>LEXPREMIUM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ERP Juridique de Niveau Magistral</a:t>
            </a:r>
          </a:p>
          <a:p>
            <a:r>
              <a:t>L'Art de la Justice Propulsé par l'IA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ACCUEIL &amp; 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L'Écosystème LexPremium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Gestion Intégrée : Dossiers, Clients, Audiences.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IA Stratégique : LexAI, Scan Adverse, Aide à la rédaction.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Documentation Élite : GED chiffrée &amp; Bible juridique.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Communication &amp; Portail : WhatsApp, Extranet, Newsletters.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Ressources Humaines : Talents, Utilisateurs &amp; Finance OHADA.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Une Vision à 360° du Cabinet d'Elite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I. DOCUMENTATION &amp; GED ÉLITE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GED Élite &amp; Archivage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OCR Haute-Résolution : Transformation immédiate des scans en textes vivants.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Indexation Sémantique : Retrouvez n'importe quelle clause ou pièce par concept.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Versioning Dynamique : Suivez chaque modification d'acte (v1, v2, Final).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Coffre-Fort Numérique : Archivage chiffré (AES-256) des documents sensibles.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Maîtrise Documentaire Totale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Bible Juridique &amp;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Base de Modèles d'Élite : Centralisez les contrats-types et mémoires.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Génération Dynamique : Liaison automatique client &lt;-&gt; dossier &lt;-&gt; acte.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Aide à la Rédaction IA : 75% du travail de structure fait par l'IA en 3 clics.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Bibliothèque de Clauses : Insérez des phrases sécurisées et testées légalement.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Standardisez l'Excellence du Cabinet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II. COMMUNICATION &amp; PORTAIL CLIENT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Communication Multi-Canal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Messagerie Unifiée : Consolidation des Emails et WhatsApp par dossier.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Notifications Automatisées : Rappels Audiences et RDV par SMS/Email.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Newsletters Juridiques : Informez vos clients des veilles législatives.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Collaboration Interne : Messagerie sécurisée entre collaborateurs.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Réactivité et Traçabilité Sans Faille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Portail Client Extra-Premium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Extranet Sécurisé : Vos clients suivent leur procédure en temps réel 24h/24.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Dépôt de Pièces : Le mandant télécharge ses documents directement en GED.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Messagerie Chiffrée : Échanges confidentiels sanctuarisés hors emails.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Suivi Financier : Consultation des provisions et factures par le mandant.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Le Luxe de la Transparence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III. INTELLIGENCE STRATÉGIQUE &amp; IA DISRUPTIVE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LexAI Predict &amp; Magistrat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LexAI Predict : Probabilité de succès basée sur la jurisprudence OHADA/Sénégal.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Magistrat Intel : Profilage psychométrique des juges (Sévérité, Équité, Rapidité).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Stratégie de Plaidoirie : Conseils personnalisés selon le profil du magistrat.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Analyse de Risque 360° : Identification des failles dans l'argumentaire adverse.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La Science de la Victoire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Sherlock OSINT &amp; Nexus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Sherlock OSINT : Scan automatisé du patrimoine et du web gris de la partie adverse.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Nexus Graph : Visualisation interactive des liens familiaux, d'affaires et d'influence.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Détection des Conflits d'Intérêts : Alerte immédiate sur les liens cachés.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Solvabilité Adverse : Localisation d'actifs pour les saisies conservatoires.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Renseignement &amp; Réseaux d'Influence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Quantum Simulator &amp; War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Quantum Simulator : Projection ultra-visuelle des indemnités et dommages-intérêts.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Simulation de Scénarios : Impact instantané du changement de paramètres légaux.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War Room Tablette : Interface immersive optimisée pour les plaidoiries au Palais.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Voice Commander : Pilotage vocal du dossier en situation de mobilité.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Domination en Négociation et à l'Audience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IV. FINANCE, RÉCUPÉRATION &amp; CONFORMITÉ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Execution Commander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Carte Tactique de Dakar : Visualisation géographique des cibles de saisie.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Suivi des Huissiers : Statut live des interventions sur le terrain.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Compteur de Recouvrement : Taux de transformation du jugement en cash.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Priorisation par IA : Focus automatique sur les actifs les plus solvables.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Le Pilotage de l'Exécution Tactique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Centif Guard &amp; Cashflow Oracle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Centif Guard : Scanner AML intégré pour chaque virement de fonds CARPA.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Conformité Instantanée : Vérification contre les listes de sanctions et PEPs.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Cashflow Oracle : Prédiction de trésorerie à 6 mois (IA comportementale).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Snap-to-SYSCOHADA : OCR comptable intelligent avec imputation automatique.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Sécurité Pénale et Vision Financière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V. EXPÉRIENCE CLIENT &amp; AUTOMATISATION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Procedure Tracker &amp; WhatsApp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Procedure Tracker : Suivi style 'Amazon' de l'avancement pour le client.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WhatsApp Pro Bridge : Communication instantanée via templates pré-rédigés.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Parapheur Numérique : Circuit de validation documentaire (Rédaction -&gt; Signature).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Auto-Classifier GED : Classement sémantique automatique des fichiers déposés.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Transparence et Réactivité Totale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VI. UTILISATEURS, RH &amp;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Gestion des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Rôles &amp; Permissions : Gérez les accès (Associés, Avocats, Secrétaires).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Activity Log : Traçabilité complète des actions par utilisateur.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Gestion MFA : Authentification multifacteur de grade bancaire.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Audit Trail : Historique inaltérable pour le respect de la déontologie.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Sécurité et Hiérarchie du Cabinet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Gestion RH &amp;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Comptabilité SYSCOHADA : Écritures automatiques et gestion CARPA.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Gestion RH : Performance, congés et rentabilité par collaborateur.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Time-Tracking : Capture de chaque minute valorisable au dossier.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Facturation Prestige : Devis et factures au standing de votre marque.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Rigueur OHADA &amp; Talents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VII. PARAMÉTRAGES &amp;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Administration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Branding Cabinet : Personnalisation logo, charte et entêtes.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Audit Trail Complet : Historique inaltérable pour la déontologie.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Monitoring Système : Santé des données et backups en temps réel.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Sécurisation Totale : Paramétrages avancés de la souveraineté.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Le Cabinet sur Mesure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DAA520"/>
                </a:solidFill>
              </a:defRPr>
            </a:pPr>
            <a:r>
              <a:t>DOMINEZ VOTRE AVENIR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LexPremium 2026</a:t>
            </a:r>
          </a:p>
          <a:p>
            <a:r>
              <a:t>L'Excellence est une Décision.</a:t>
            </a:r>
          </a:p>
          <a:p>
            <a:r>
              <a:t>Démo : avocat-tito.vercel.app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